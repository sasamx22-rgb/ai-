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12400</c:v>
                </c:pt>
                <c:pt idx="1">
                  <c:v>13150</c:v>
                </c:pt>
                <c:pt idx="2">
                  <c:v>12980</c:v>
                </c:pt>
                <c:pt idx="3">
                  <c:v>14220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1240</c:v>
                </c:pt>
                <c:pt idx="1">
                  <c:v>1380</c:v>
                </c:pt>
                <c:pt idx="2">
                  <c:v>1195</c:v>
                </c:pt>
                <c:pt idx="3">
                  <c:v>1610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</a:rPr>
              <a:t>샘플전자 FY2025 실적 보고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</a:rPr>
              <a:t>가상 회사 샘플 자료 (단위: 백만원)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FY2025 매출 합계 52,750백만원 (전년 대비 +7.9%)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영업이익 합계 5,425백만원 (전년 대비 +10.9%)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영업이익률 10.3%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분기별 실적 (단위: 백만원)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분기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매출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영업이익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12,400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13,150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1,380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12,980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1,195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Q4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14,220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1,610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합계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52,750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5,425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분기별 매출·영업이익 추이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시사점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4분기 매출·영업이익이 연중 최고치를 기록했다.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3분기에는 매출은 유지했으나 영업이익이 일시적으로 감소했다.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원가 구조 개선과 채널 다변화가 수익성 개선의 핵심 요인으로 보인다.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2026-09-29T08:22:04Z</dcterms:created>
  <dcterms:modified xsi:type="dcterms:W3CDTF">2026-09-29T08:22:04Z</dcterms:modified>
</cp:coreProperties>
</file>